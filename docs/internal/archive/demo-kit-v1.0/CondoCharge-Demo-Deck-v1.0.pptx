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La ricarica condivisa in condominio richiede ordine, chiarezza e controllo.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I residenti vogliono sapere quando una colonnina e disponibile.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L'amministratore vuole continuita operativa e meno gestione manuale.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Le informazioni frammentate creano incertezza e richieste ripetitive.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005840"/>
            <a:ext cx="4114800" cy="5029200"/>
          </a:xfrm>
          <a:prstGeom prst="roundRect">
            <a:avLst/>
          </a:prstGeom>
          <a:solidFill>
            <a:srgbClr val="1938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417320"/>
            <a:ext cx="3474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Condo Charge</a:t>
            </a:r>
          </a:p>
          <a:p>
            <a:pPr>
              <a:defRPr sz="1700">
                <a:solidFill>
                  <a:srgbClr val="3EA6FF"/>
                </a:solidFill>
              </a:defRPr>
            </a:pPr>
            <a:r>
              <a:t>Problema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Piattaforma intelligente per la gestione della ricarica condominiale.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24F"/>
                </a:solidFill>
              </a:defRPr>
            </a:pPr>
            <a:r>
              <a:t>Situazione attuale (Legrand)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L'infrastruttura Legrand e il punto di partenza hardware del servizio.</a:t>
            </a:r>
          </a:p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Il dato tecnico esiste, ma non basta da solo a gestire l'esperienza condominiale.</a:t>
            </a:r>
          </a:p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Serve una lettura piu chiara per residenti e amministratori.</a:t>
            </a:r>
          </a:p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Condo Charge valorizza l'impianto esistente con una piattaforma di gestione.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005840"/>
            <a:ext cx="4114800" cy="5029200"/>
          </a:xfrm>
          <a:prstGeom prst="roundRect">
            <a:avLst/>
          </a:prstGeom>
          <a:solidFill>
            <a:srgbClr val="F0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417320"/>
            <a:ext cx="3474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324F"/>
                </a:solidFill>
              </a:defRPr>
            </a:pPr>
            <a:r>
              <a:t>Condo Charge</a:t>
            </a:r>
          </a:p>
          <a:p>
            <a:pPr>
              <a:defRPr sz="1700">
                <a:solidFill>
                  <a:srgbClr val="16324F"/>
                </a:solidFill>
              </a:defRPr>
            </a:pPr>
            <a:r>
              <a:t>Situazione attuale (Legrand)</a:t>
            </a:r>
          </a:p>
          <a:p>
            <a:pPr>
              <a:defRPr sz="1400">
                <a:solidFill>
                  <a:srgbClr val="5D6B7A"/>
                </a:solidFill>
              </a:defRPr>
            </a:pPr>
            <a:r>
              <a:t>Piattaforma intelligente per la gestione della ricarica condominiale.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Condo Charge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La piattaforma intelligente per la gestione della ricarica condominiale.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Monitoraggio in tempo reale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Esperienza residente mobile-first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Dashboard amministratore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Health monitoring e comunicazione integrata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005840"/>
            <a:ext cx="4114800" cy="5029200"/>
          </a:xfrm>
          <a:prstGeom prst="roundRect">
            <a:avLst/>
          </a:prstGeom>
          <a:solidFill>
            <a:srgbClr val="1938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417320"/>
            <a:ext cx="3474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Condo Charge</a:t>
            </a:r>
          </a:p>
          <a:p>
            <a:pPr>
              <a:defRPr sz="1700">
                <a:solidFill>
                  <a:srgbClr val="3EA6FF"/>
                </a:solidFill>
              </a:defRPr>
            </a:pPr>
            <a:r>
              <a:t>Condo Charge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Piattaforma intelligente per la gestione della ricarica condominiale.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24F"/>
                </a:solidFill>
              </a:defRPr>
            </a:pPr>
            <a:r>
              <a:t>Resident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Vista semplice e immediata delle colonnine.</a:t>
            </a:r>
          </a:p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Storico ricariche consultabile.</a:t>
            </a:r>
          </a:p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Notifiche utili e non invasive.</a:t>
            </a:r>
          </a:p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Interfaccia orientata alla disponibilita del servizio.</a:t>
            </a:r>
          </a:p>
        </p:txBody>
      </p:sp>
      <p:pic>
        <p:nvPicPr>
          <p:cNvPr id="4" name="Picture 3" descr="03-residen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493776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484632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D6B7A"/>
                </a:solidFill>
              </a:defRPr>
            </a:pPr>
            <a:r>
              <a:t>03 Resident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24F"/>
                </a:solidFill>
              </a:defRPr>
            </a:pPr>
            <a:r>
              <a:t>Admin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Visione unificata dello stato del condominio.</a:t>
            </a:r>
          </a:p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Controllo operativo e lettura immediata del servizio.</a:t>
            </a:r>
          </a:p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Supporto alla gestione RFID e ai flussi amministrativi.</a:t>
            </a:r>
          </a:p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Strumento pensato per decisioni rapide e chiarezza gestionale.</a:t>
            </a:r>
          </a:p>
        </p:txBody>
      </p:sp>
      <p:pic>
        <p:nvPicPr>
          <p:cNvPr id="4" name="Picture 3" descr="02-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493776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484632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D6B7A"/>
                </a:solidFill>
              </a:defRPr>
            </a:pPr>
            <a:r>
              <a:t>02 Admin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24F"/>
                </a:solidFill>
              </a:defRPr>
            </a:pPr>
            <a:r>
              <a:t>Push Notifications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0F1720"/>
                </a:solidFill>
              </a:defRPr>
            </a:pPr>
            <a:r>
              <a:t>Comunicazione immediata ai residenti sugli eventi rilevanti.</a:t>
            </a:r>
          </a:p>
          <a:p>
            <a:pPr>
              <a:spcAft>
                <a:spcPts val="1000"/>
              </a:spcAft>
              <a:defRPr sz="2100">
                <a:solidFill>
                  <a:srgbClr val="0F1720"/>
                </a:solidFill>
              </a:defRPr>
            </a:pPr>
            <a:r>
              <a:t>Meno verifiche manuali e piu tempestivita.</a:t>
            </a:r>
          </a:p>
          <a:p>
            <a:pPr>
              <a:spcAft>
                <a:spcPts val="1000"/>
              </a:spcAft>
              <a:defRPr sz="2100">
                <a:solidFill>
                  <a:srgbClr val="0F1720"/>
                </a:solidFill>
              </a:defRPr>
            </a:pPr>
            <a:r>
              <a:t>Maggiore percezione di affidabilita del servizio.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005840"/>
            <a:ext cx="4114800" cy="5029200"/>
          </a:xfrm>
          <a:prstGeom prst="roundRect">
            <a:avLst/>
          </a:prstGeom>
          <a:solidFill>
            <a:srgbClr val="F0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417320"/>
            <a:ext cx="3474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324F"/>
                </a:solidFill>
              </a:defRPr>
            </a:pPr>
            <a:r>
              <a:t>Condo Charge</a:t>
            </a:r>
          </a:p>
          <a:p>
            <a:pPr>
              <a:defRPr sz="1700">
                <a:solidFill>
                  <a:srgbClr val="16324F"/>
                </a:solidFill>
              </a:defRPr>
            </a:pPr>
            <a:r>
              <a:t>Push Notifications</a:t>
            </a:r>
          </a:p>
          <a:p>
            <a:pPr>
              <a:defRPr sz="1400">
                <a:solidFill>
                  <a:srgbClr val="5D6B7A"/>
                </a:solidFill>
              </a:defRPr>
            </a:pPr>
            <a:r>
              <a:t>Piattaforma intelligente per la gestione della ricarica condominiale.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24F"/>
                </a:solidFill>
              </a:defRPr>
            </a:pPr>
            <a:r>
              <a:t>Telegram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0F1720"/>
                </a:solidFill>
              </a:defRPr>
            </a:pPr>
            <a:r>
              <a:t>Un canale familiare, rapido e ad alta apertura.</a:t>
            </a:r>
          </a:p>
          <a:p>
            <a:pPr>
              <a:spcAft>
                <a:spcPts val="1000"/>
              </a:spcAft>
              <a:defRPr sz="2100">
                <a:solidFill>
                  <a:srgbClr val="0F1720"/>
                </a:solidFill>
              </a:defRPr>
            </a:pPr>
            <a:r>
              <a:t>Aggiornamenti di servizio accessibili anche fuori dalla piattaforma.</a:t>
            </a:r>
          </a:p>
          <a:p>
            <a:pPr>
              <a:spcAft>
                <a:spcPts val="1000"/>
              </a:spcAft>
              <a:defRPr sz="2100">
                <a:solidFill>
                  <a:srgbClr val="0F1720"/>
                </a:solidFill>
              </a:defRPr>
            </a:pPr>
            <a:r>
              <a:t>Una comunicazione piu vicina alle abitudini quotidiane dei residenti.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005840"/>
            <a:ext cx="4114800" cy="5029200"/>
          </a:xfrm>
          <a:prstGeom prst="roundRect">
            <a:avLst/>
          </a:prstGeom>
          <a:solidFill>
            <a:srgbClr val="F0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417320"/>
            <a:ext cx="3474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324F"/>
                </a:solidFill>
              </a:defRPr>
            </a:pPr>
            <a:r>
              <a:t>Condo Charge</a:t>
            </a:r>
          </a:p>
          <a:p>
            <a:pPr>
              <a:defRPr sz="1700">
                <a:solidFill>
                  <a:srgbClr val="16324F"/>
                </a:solidFill>
              </a:defRPr>
            </a:pPr>
            <a:r>
              <a:t>Telegram integration</a:t>
            </a:r>
          </a:p>
          <a:p>
            <a:pPr>
              <a:defRPr sz="1400">
                <a:solidFill>
                  <a:srgbClr val="5D6B7A"/>
                </a:solidFill>
              </a:defRPr>
            </a:pPr>
            <a:r>
              <a:t>Piattaforma intelligente per la gestione della ricarica condominiale.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24F"/>
                </a:solidFill>
              </a:defRPr>
            </a:pPr>
            <a:r>
              <a:t>Health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0F1720"/>
                </a:solidFill>
              </a:defRPr>
            </a:pPr>
            <a:r>
              <a:t>Monitoraggio di heartbeat, polling e salute dell'agente.</a:t>
            </a:r>
          </a:p>
          <a:p>
            <a:pPr>
              <a:spcAft>
                <a:spcPts val="1000"/>
              </a:spcAft>
              <a:defRPr sz="2100">
                <a:solidFill>
                  <a:srgbClr val="0F1720"/>
                </a:solidFill>
              </a:defRPr>
            </a:pPr>
            <a:r>
              <a:t>Individuazione rapida di anomalie operative.</a:t>
            </a:r>
          </a:p>
          <a:p>
            <a:pPr>
              <a:spcAft>
                <a:spcPts val="1000"/>
              </a:spcAft>
              <a:defRPr sz="2100">
                <a:solidFill>
                  <a:srgbClr val="0F1720"/>
                </a:solidFill>
              </a:defRPr>
            </a:pPr>
            <a:r>
              <a:t>Più controllo sul servizio, non solo sulla schermata.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005840"/>
            <a:ext cx="4114800" cy="5029200"/>
          </a:xfrm>
          <a:prstGeom prst="roundRect">
            <a:avLst/>
          </a:prstGeom>
          <a:solidFill>
            <a:srgbClr val="F0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417320"/>
            <a:ext cx="3474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324F"/>
                </a:solidFill>
              </a:defRPr>
            </a:pPr>
            <a:r>
              <a:t>Condo Charge</a:t>
            </a:r>
          </a:p>
          <a:p>
            <a:pPr>
              <a:defRPr sz="1700">
                <a:solidFill>
                  <a:srgbClr val="16324F"/>
                </a:solidFill>
              </a:defRPr>
            </a:pPr>
            <a:r>
              <a:t>Health Dashboard</a:t>
            </a:r>
          </a:p>
          <a:p>
            <a:pPr>
              <a:defRPr sz="1400">
                <a:solidFill>
                  <a:srgbClr val="5D6B7A"/>
                </a:solidFill>
              </a:defRPr>
            </a:pPr>
            <a:r>
              <a:t>Piattaforma intelligente per la gestione della ricarica condominiale.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24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Colonnine Legrand</a:t>
            </a:r>
          </a:p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Agente locale Windows</a:t>
            </a:r>
          </a:p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Backend Condo Charge</a:t>
            </a:r>
          </a:p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PWA per residenti e amministratori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005840"/>
            <a:ext cx="4114800" cy="5029200"/>
          </a:xfrm>
          <a:prstGeom prst="roundRect">
            <a:avLst/>
          </a:prstGeom>
          <a:solidFill>
            <a:srgbClr val="F0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417320"/>
            <a:ext cx="3474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324F"/>
                </a:solidFill>
              </a:defRPr>
            </a:pPr>
            <a:r>
              <a:t>Condo Charge</a:t>
            </a:r>
          </a:p>
          <a:p>
            <a:pPr>
              <a:defRPr sz="1700">
                <a:solidFill>
                  <a:srgbClr val="16324F"/>
                </a:solidFill>
              </a:defRPr>
            </a:pPr>
            <a:r>
              <a:t>Architecture</a:t>
            </a:r>
          </a:p>
          <a:p>
            <a:pPr>
              <a:defRPr sz="1400">
                <a:solidFill>
                  <a:srgbClr val="5D6B7A"/>
                </a:solidFill>
              </a:defRPr>
            </a:pPr>
            <a:r>
              <a:t>Piattaforma intelligente per la gestione della ricarica condominiale.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24F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Smart Queue</a:t>
            </a:r>
          </a:p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Prenotazione intelligente</a:t>
            </a:r>
          </a:p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Timer di disponibilita</a:t>
            </a:r>
          </a:p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Statistiche avanzate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005840"/>
            <a:ext cx="4114800" cy="5029200"/>
          </a:xfrm>
          <a:prstGeom prst="roundRect">
            <a:avLst/>
          </a:prstGeom>
          <a:solidFill>
            <a:srgbClr val="F0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417320"/>
            <a:ext cx="3474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324F"/>
                </a:solidFill>
              </a:defRPr>
            </a:pPr>
            <a:r>
              <a:t>Condo Charge</a:t>
            </a:r>
          </a:p>
          <a:p>
            <a:pPr>
              <a:defRPr sz="1700">
                <a:solidFill>
                  <a:srgbClr val="16324F"/>
                </a:solidFill>
              </a:defRPr>
            </a:pPr>
            <a:r>
              <a:t>Roadmap</a:t>
            </a:r>
          </a:p>
          <a:p>
            <a:pPr>
              <a:defRPr sz="1400">
                <a:solidFill>
                  <a:srgbClr val="5D6B7A"/>
                </a:solidFill>
              </a:defRPr>
            </a:pPr>
            <a:r>
              <a:t>Piattaforma intelligente per la gestione della ricarica condominiale.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24F"/>
                </a:solidFill>
              </a:defRPr>
            </a:pPr>
            <a:r>
              <a:t>Why Condo Charge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Trasforma l'infrastruttura in un servizio gestibile.</a:t>
            </a:r>
          </a:p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Aumenta chiarezza per residenti e amministratori.</a:t>
            </a:r>
          </a:p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Migliora comunicazione, controllo e affidabilita.</a:t>
            </a:r>
          </a:p>
          <a:p>
            <a:pPr>
              <a:spcAft>
                <a:spcPts val="1000"/>
              </a:spcAft>
              <a:defRPr sz="1800">
                <a:solidFill>
                  <a:srgbClr val="0F1720"/>
                </a:solidFill>
              </a:defRPr>
            </a:pPr>
            <a:r>
              <a:t>Parla il linguaggio operativo del condominio.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005840"/>
            <a:ext cx="4114800" cy="5029200"/>
          </a:xfrm>
          <a:prstGeom prst="roundRect">
            <a:avLst/>
          </a:prstGeom>
          <a:solidFill>
            <a:srgbClr val="F0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417320"/>
            <a:ext cx="3474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324F"/>
                </a:solidFill>
              </a:defRPr>
            </a:pPr>
            <a:r>
              <a:t>Condo Charge</a:t>
            </a:r>
          </a:p>
          <a:p>
            <a:pPr>
              <a:defRPr sz="1700">
                <a:solidFill>
                  <a:srgbClr val="16324F"/>
                </a:solidFill>
              </a:defRPr>
            </a:pPr>
            <a:r>
              <a:t>Why Condo Charge</a:t>
            </a:r>
          </a:p>
          <a:p>
            <a:pPr>
              <a:defRPr sz="1400">
                <a:solidFill>
                  <a:srgbClr val="5D6B7A"/>
                </a:solidFill>
              </a:defRPr>
            </a:pPr>
            <a:r>
              <a:t>Piattaforma intelligente per la gestione della ricarica condominiale.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Richiedi una demo di Condo Charge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</a:defRPr>
            </a:pPr>
            <a:r>
              <a:t>Condo Charge</a:t>
            </a:r>
          </a:p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</a:defRPr>
            </a:pPr>
            <a:r>
              <a:t>La piattaforma intelligente per la gestione della ricarica condominiale.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005840"/>
            <a:ext cx="4114800" cy="5029200"/>
          </a:xfrm>
          <a:prstGeom prst="roundRect">
            <a:avLst/>
          </a:prstGeom>
          <a:solidFill>
            <a:srgbClr val="1938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417320"/>
            <a:ext cx="3474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Condo Charge</a:t>
            </a:r>
          </a:p>
          <a:p>
            <a:pPr>
              <a:defRPr sz="1700">
                <a:solidFill>
                  <a:srgbClr val="3EA6FF"/>
                </a:solidFill>
              </a:defRPr>
            </a:pPr>
            <a:r>
              <a:t>Thank you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Piattaforma intelligente per la gestione della ricarica condominiale.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